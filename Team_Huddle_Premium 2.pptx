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ounded Rectangle 1"/>
          <p:cNvSpPr/>
          <p:nvPr/>
        </p:nvSpPr>
        <p:spPr>
          <a:xfrm>
            <a:off x="-457200" y="3474720"/>
            <a:ext cx="12161520" cy="137160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52400" dist="200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9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457200" y="3474720"/>
            <a:ext cx="4114800" cy="1371601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Rounded Rectangle 3"/>
          <p:cNvSpPr/>
          <p:nvPr/>
        </p:nvSpPr>
        <p:spPr>
          <a:xfrm>
            <a:off x="365759" y="3291840"/>
            <a:ext cx="2103122" cy="82296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52400" dist="200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" name="Rectangle 4"/>
          <p:cNvSpPr/>
          <p:nvPr/>
        </p:nvSpPr>
        <p:spPr>
          <a:xfrm>
            <a:off x="365759" y="3520440"/>
            <a:ext cx="54865" cy="365761"/>
          </a:xfrm>
          <a:prstGeom prst="rect">
            <a:avLst/>
          </a:prstGeom>
          <a:solidFill>
            <a:srgbClr val="39699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" name="TextBox 5"/>
          <p:cNvSpPr txBox="1"/>
          <p:nvPr/>
        </p:nvSpPr>
        <p:spPr>
          <a:xfrm>
            <a:off x="502919" y="3474720"/>
            <a:ext cx="740666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200">
                <a:solidFill>
                  <a:srgbClr val="39699A"/>
                </a:solidFill>
                <a:latin typeface="Segoe UI Semibold"/>
                <a:ea typeface="Segoe UI Semibold"/>
                <a:cs typeface="Segoe UI Semibold"/>
                <a:sym typeface="Segoe UI Semibold"/>
              </a:defRPr>
            </a:lvl1pPr>
          </a:lstStyle>
          <a:p>
            <a:pPr/>
            <a:r>
              <a:t>2026</a:t>
            </a:r>
          </a:p>
        </p:txBody>
      </p:sp>
      <p:sp>
        <p:nvSpPr>
          <p:cNvPr id="99" name="Rectangle 6"/>
          <p:cNvSpPr/>
          <p:nvPr/>
        </p:nvSpPr>
        <p:spPr>
          <a:xfrm>
            <a:off x="1232661" y="3429000"/>
            <a:ext cx="12701" cy="548641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" name="TextBox 7"/>
          <p:cNvSpPr txBox="1"/>
          <p:nvPr/>
        </p:nvSpPr>
        <p:spPr>
          <a:xfrm>
            <a:off x="1325880" y="3429000"/>
            <a:ext cx="1005841" cy="447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200">
                <a:solidFill>
                  <a:srgbClr val="222222"/>
                </a:solidFill>
                <a:latin typeface="Segoe UI Semibold"/>
                <a:ea typeface="Segoe UI Semibold"/>
                <a:cs typeface="Segoe UI Semibold"/>
                <a:sym typeface="Segoe UI Semibold"/>
              </a:defRPr>
            </a:pPr>
            <a:r>
              <a:t>Execution</a:t>
            </a:r>
            <a:br/>
            <a:r>
              <a:t>Themes</a:t>
            </a:r>
          </a:p>
        </p:txBody>
      </p:sp>
      <p:sp>
        <p:nvSpPr>
          <p:cNvPr id="101" name="Oval 8"/>
          <p:cNvSpPr/>
          <p:nvPr/>
        </p:nvSpPr>
        <p:spPr>
          <a:xfrm>
            <a:off x="11247119" y="3931920"/>
            <a:ext cx="36577" cy="36577"/>
          </a:xfrm>
          <a:prstGeom prst="ellipse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" name="Oval 9"/>
          <p:cNvSpPr/>
          <p:nvPr/>
        </p:nvSpPr>
        <p:spPr>
          <a:xfrm>
            <a:off x="11247119" y="4041647"/>
            <a:ext cx="36577" cy="36577"/>
          </a:xfrm>
          <a:prstGeom prst="ellipse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" name="Oval 10"/>
          <p:cNvSpPr/>
          <p:nvPr/>
        </p:nvSpPr>
        <p:spPr>
          <a:xfrm>
            <a:off x="11247119" y="4151376"/>
            <a:ext cx="36577" cy="36577"/>
          </a:xfrm>
          <a:prstGeom prst="ellipse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" name="Oval 11"/>
          <p:cNvSpPr/>
          <p:nvPr/>
        </p:nvSpPr>
        <p:spPr>
          <a:xfrm>
            <a:off x="11247119" y="4261103"/>
            <a:ext cx="36577" cy="36577"/>
          </a:xfrm>
          <a:prstGeom prst="ellipse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" name="Oval 12"/>
          <p:cNvSpPr/>
          <p:nvPr/>
        </p:nvSpPr>
        <p:spPr>
          <a:xfrm>
            <a:off x="11356847" y="3931920"/>
            <a:ext cx="36577" cy="36577"/>
          </a:xfrm>
          <a:prstGeom prst="ellipse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" name="Oval 13"/>
          <p:cNvSpPr/>
          <p:nvPr/>
        </p:nvSpPr>
        <p:spPr>
          <a:xfrm>
            <a:off x="11356847" y="4041647"/>
            <a:ext cx="36577" cy="36577"/>
          </a:xfrm>
          <a:prstGeom prst="ellipse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" name="Oval 14"/>
          <p:cNvSpPr/>
          <p:nvPr/>
        </p:nvSpPr>
        <p:spPr>
          <a:xfrm>
            <a:off x="11356847" y="4151376"/>
            <a:ext cx="36577" cy="36577"/>
          </a:xfrm>
          <a:prstGeom prst="ellipse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" name="Oval 15"/>
          <p:cNvSpPr/>
          <p:nvPr/>
        </p:nvSpPr>
        <p:spPr>
          <a:xfrm>
            <a:off x="11356847" y="4261103"/>
            <a:ext cx="36577" cy="36577"/>
          </a:xfrm>
          <a:prstGeom prst="ellipse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" name="Oval 16"/>
          <p:cNvSpPr/>
          <p:nvPr/>
        </p:nvSpPr>
        <p:spPr>
          <a:xfrm>
            <a:off x="11466576" y="3931920"/>
            <a:ext cx="36577" cy="36577"/>
          </a:xfrm>
          <a:prstGeom prst="ellipse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Oval 17"/>
          <p:cNvSpPr/>
          <p:nvPr/>
        </p:nvSpPr>
        <p:spPr>
          <a:xfrm>
            <a:off x="11466576" y="4041647"/>
            <a:ext cx="36577" cy="36577"/>
          </a:xfrm>
          <a:prstGeom prst="ellipse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Oval 18"/>
          <p:cNvSpPr/>
          <p:nvPr/>
        </p:nvSpPr>
        <p:spPr>
          <a:xfrm>
            <a:off x="11466576" y="4151376"/>
            <a:ext cx="36577" cy="36577"/>
          </a:xfrm>
          <a:prstGeom prst="ellipse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" name="Oval 19"/>
          <p:cNvSpPr/>
          <p:nvPr/>
        </p:nvSpPr>
        <p:spPr>
          <a:xfrm>
            <a:off x="11466576" y="4261103"/>
            <a:ext cx="36577" cy="36577"/>
          </a:xfrm>
          <a:prstGeom prst="ellipse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" name="Rectangle 20"/>
          <p:cNvSpPr/>
          <p:nvPr/>
        </p:nvSpPr>
        <p:spPr>
          <a:xfrm>
            <a:off x="2743200" y="4142232"/>
            <a:ext cx="1755648" cy="36577"/>
          </a:xfrm>
          <a:prstGeom prst="rect">
            <a:avLst/>
          </a:prstGeom>
          <a:gradFill>
            <a:gsLst>
              <a:gs pos="0">
                <a:srgbClr val="39699A"/>
              </a:gs>
              <a:gs pos="100000">
                <a:srgbClr val="4EA0A6"/>
              </a:gs>
            </a:gsLst>
            <a:lin ang="16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" name="TextBox 21"/>
          <p:cNvSpPr txBox="1"/>
          <p:nvPr/>
        </p:nvSpPr>
        <p:spPr>
          <a:xfrm>
            <a:off x="3474720" y="3995928"/>
            <a:ext cx="27432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D9D9D9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115" name="Rectangle 22"/>
          <p:cNvSpPr/>
          <p:nvPr/>
        </p:nvSpPr>
        <p:spPr>
          <a:xfrm>
            <a:off x="4480559" y="4142232"/>
            <a:ext cx="1755649" cy="36577"/>
          </a:xfrm>
          <a:prstGeom prst="rect">
            <a:avLst/>
          </a:prstGeom>
          <a:gradFill>
            <a:gsLst>
              <a:gs pos="0">
                <a:srgbClr val="4EA0A6"/>
              </a:gs>
              <a:gs pos="100000">
                <a:srgbClr val="5B9858"/>
              </a:gs>
            </a:gsLst>
            <a:lin ang="16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TextBox 23"/>
          <p:cNvSpPr txBox="1"/>
          <p:nvPr/>
        </p:nvSpPr>
        <p:spPr>
          <a:xfrm>
            <a:off x="5212079" y="3995928"/>
            <a:ext cx="27432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D9D9D9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117" name="Rectangle 24"/>
          <p:cNvSpPr/>
          <p:nvPr/>
        </p:nvSpPr>
        <p:spPr>
          <a:xfrm>
            <a:off x="6217920" y="4142232"/>
            <a:ext cx="1755648" cy="36577"/>
          </a:xfrm>
          <a:prstGeom prst="rect">
            <a:avLst/>
          </a:prstGeom>
          <a:gradFill>
            <a:gsLst>
              <a:gs pos="0">
                <a:srgbClr val="5B9858"/>
              </a:gs>
              <a:gs pos="100000">
                <a:srgbClr val="D6A752"/>
              </a:gs>
            </a:gsLst>
            <a:lin ang="16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TextBox 25"/>
          <p:cNvSpPr txBox="1"/>
          <p:nvPr/>
        </p:nvSpPr>
        <p:spPr>
          <a:xfrm>
            <a:off x="6949439" y="3995928"/>
            <a:ext cx="27432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D9D9D9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119" name="Rectangle 26"/>
          <p:cNvSpPr/>
          <p:nvPr/>
        </p:nvSpPr>
        <p:spPr>
          <a:xfrm>
            <a:off x="7955280" y="4142232"/>
            <a:ext cx="1755649" cy="36577"/>
          </a:xfrm>
          <a:prstGeom prst="rect">
            <a:avLst/>
          </a:prstGeom>
          <a:gradFill>
            <a:gsLst>
              <a:gs pos="0">
                <a:srgbClr val="D6A752"/>
              </a:gs>
              <a:gs pos="100000">
                <a:srgbClr val="478149"/>
              </a:gs>
            </a:gsLst>
            <a:lin ang="16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TextBox 27"/>
          <p:cNvSpPr txBox="1"/>
          <p:nvPr/>
        </p:nvSpPr>
        <p:spPr>
          <a:xfrm>
            <a:off x="8686800" y="3995928"/>
            <a:ext cx="27432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D9D9D9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121" name="Rectangle 28"/>
          <p:cNvSpPr/>
          <p:nvPr/>
        </p:nvSpPr>
        <p:spPr>
          <a:xfrm>
            <a:off x="9692640" y="4142232"/>
            <a:ext cx="1371601" cy="36577"/>
          </a:xfrm>
          <a:prstGeom prst="rect">
            <a:avLst/>
          </a:prstGeom>
          <a:gradFill>
            <a:gsLst>
              <a:gs pos="0">
                <a:srgbClr val="478149"/>
              </a:gs>
              <a:gs pos="100000">
                <a:srgbClr val="D9D9D9"/>
              </a:gs>
            </a:gsLst>
            <a:lin ang="16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" name="TextBox 29"/>
          <p:cNvSpPr txBox="1"/>
          <p:nvPr/>
        </p:nvSpPr>
        <p:spPr>
          <a:xfrm>
            <a:off x="10927079" y="3995928"/>
            <a:ext cx="27432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>
                <a:solidFill>
                  <a:srgbClr val="D9D9D9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▶</a:t>
            </a:r>
          </a:p>
        </p:txBody>
      </p:sp>
      <p:sp>
        <p:nvSpPr>
          <p:cNvPr id="123" name="Oval 30"/>
          <p:cNvSpPr/>
          <p:nvPr/>
        </p:nvSpPr>
        <p:spPr>
          <a:xfrm>
            <a:off x="2633472" y="4050791"/>
            <a:ext cx="219456" cy="219457"/>
          </a:xfrm>
          <a:prstGeom prst="ellipse">
            <a:avLst/>
          </a:prstGeom>
          <a:ln w="19050">
            <a:solidFill>
              <a:srgbClr val="39699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Oval 31"/>
          <p:cNvSpPr/>
          <p:nvPr/>
        </p:nvSpPr>
        <p:spPr>
          <a:xfrm>
            <a:off x="2688335" y="4105655"/>
            <a:ext cx="109729" cy="109729"/>
          </a:xfrm>
          <a:prstGeom prst="ellipse">
            <a:avLst/>
          </a:prstGeom>
          <a:solidFill>
            <a:srgbClr val="39699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" name="TextBox 32"/>
          <p:cNvSpPr txBox="1"/>
          <p:nvPr/>
        </p:nvSpPr>
        <p:spPr>
          <a:xfrm>
            <a:off x="2514600" y="4297679"/>
            <a:ext cx="4572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39699A"/>
                </a:solidFill>
                <a:latin typeface="Segoe UI Semibold"/>
                <a:ea typeface="Segoe UI Semibold"/>
                <a:cs typeface="Segoe UI Semibold"/>
                <a:sym typeface="Segoe UI Semibold"/>
              </a:defRPr>
            </a:lvl1pPr>
          </a:lstStyle>
          <a:p>
            <a:pPr/>
            <a:r>
              <a:t>Jan</a:t>
            </a:r>
          </a:p>
        </p:txBody>
      </p:sp>
      <p:sp>
        <p:nvSpPr>
          <p:cNvPr id="126" name="Oval 33"/>
          <p:cNvSpPr/>
          <p:nvPr/>
        </p:nvSpPr>
        <p:spPr>
          <a:xfrm>
            <a:off x="2729483" y="3931920"/>
            <a:ext cx="27433" cy="27433"/>
          </a:xfrm>
          <a:prstGeom prst="ellipse">
            <a:avLst/>
          </a:prstGeom>
          <a:solidFill>
            <a:srgbClr val="39699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Oval 34"/>
          <p:cNvSpPr/>
          <p:nvPr/>
        </p:nvSpPr>
        <p:spPr>
          <a:xfrm>
            <a:off x="2729483" y="3749040"/>
            <a:ext cx="27433" cy="27433"/>
          </a:xfrm>
          <a:prstGeom prst="ellipse">
            <a:avLst/>
          </a:prstGeom>
          <a:solidFill>
            <a:srgbClr val="39699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Oval 35"/>
          <p:cNvSpPr/>
          <p:nvPr/>
        </p:nvSpPr>
        <p:spPr>
          <a:xfrm>
            <a:off x="2729483" y="3566159"/>
            <a:ext cx="27433" cy="27433"/>
          </a:xfrm>
          <a:prstGeom prst="ellipse">
            <a:avLst/>
          </a:prstGeom>
          <a:solidFill>
            <a:srgbClr val="39699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Oval 36"/>
          <p:cNvSpPr/>
          <p:nvPr/>
        </p:nvSpPr>
        <p:spPr>
          <a:xfrm>
            <a:off x="2729483" y="3383279"/>
            <a:ext cx="27433" cy="27433"/>
          </a:xfrm>
          <a:prstGeom prst="ellipse">
            <a:avLst/>
          </a:prstGeom>
          <a:solidFill>
            <a:srgbClr val="39699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Oval 37"/>
          <p:cNvSpPr/>
          <p:nvPr/>
        </p:nvSpPr>
        <p:spPr>
          <a:xfrm>
            <a:off x="2729483" y="3200400"/>
            <a:ext cx="27433" cy="27432"/>
          </a:xfrm>
          <a:prstGeom prst="ellipse">
            <a:avLst/>
          </a:prstGeom>
          <a:solidFill>
            <a:srgbClr val="39699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" name="Oval 38"/>
          <p:cNvSpPr/>
          <p:nvPr/>
        </p:nvSpPr>
        <p:spPr>
          <a:xfrm>
            <a:off x="2729483" y="3017520"/>
            <a:ext cx="27433" cy="27433"/>
          </a:xfrm>
          <a:prstGeom prst="ellipse">
            <a:avLst/>
          </a:prstGeom>
          <a:solidFill>
            <a:srgbClr val="39699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Oval 39"/>
          <p:cNvSpPr/>
          <p:nvPr/>
        </p:nvSpPr>
        <p:spPr>
          <a:xfrm>
            <a:off x="2423160" y="2103120"/>
            <a:ext cx="640081" cy="640081"/>
          </a:xfrm>
          <a:prstGeom prst="ellipse">
            <a:avLst/>
          </a:prstGeom>
          <a:solidFill>
            <a:srgbClr val="E1E8E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33" name="Picture 40" descr="Picture 4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560320" y="2240279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Arc 41"/>
          <p:cNvSpPr/>
          <p:nvPr/>
        </p:nvSpPr>
        <p:spPr>
          <a:xfrm>
            <a:off x="2331651" y="2011611"/>
            <a:ext cx="823030" cy="6172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68" h="19732" fill="norm" stroke="1" extrusionOk="0">
                <a:moveTo>
                  <a:pt x="1352" y="19732"/>
                </a:moveTo>
                <a:cubicBezTo>
                  <a:pt x="-1432" y="13441"/>
                  <a:pt x="220" y="5396"/>
                  <a:pt x="5043" y="1764"/>
                </a:cubicBezTo>
                <a:cubicBezTo>
                  <a:pt x="9866" y="-1868"/>
                  <a:pt x="16033" y="288"/>
                  <a:pt x="18817" y="6579"/>
                </a:cubicBezTo>
                <a:cubicBezTo>
                  <a:pt x="19702" y="8578"/>
                  <a:pt x="20168" y="10846"/>
                  <a:pt x="20168" y="13155"/>
                </a:cubicBezTo>
              </a:path>
            </a:pathLst>
          </a:custGeom>
          <a:ln w="19050">
            <a:solidFill>
              <a:srgbClr val="39699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" name="Oval 42"/>
          <p:cNvSpPr/>
          <p:nvPr/>
        </p:nvSpPr>
        <p:spPr>
          <a:xfrm>
            <a:off x="2711195" y="2802635"/>
            <a:ext cx="64009" cy="64009"/>
          </a:xfrm>
          <a:prstGeom prst="ellipse">
            <a:avLst/>
          </a:prstGeom>
          <a:solidFill>
            <a:srgbClr val="39699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" name="TextBox 43"/>
          <p:cNvSpPr txBox="1"/>
          <p:nvPr/>
        </p:nvSpPr>
        <p:spPr>
          <a:xfrm>
            <a:off x="3246120" y="2103120"/>
            <a:ext cx="100584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000">
                <a:solidFill>
                  <a:srgbClr val="222222"/>
                </a:solidFill>
                <a:latin typeface="Segoe UI Semibold"/>
                <a:ea typeface="Segoe UI Semibold"/>
                <a:cs typeface="Segoe UI Semibold"/>
                <a:sym typeface="Segoe UI Semibold"/>
              </a:defRPr>
            </a:pPr>
            <a:r>
              <a:t>Clarity</a:t>
            </a:r>
            <a:br/>
            <a:r>
              <a:t>First</a:t>
            </a:r>
          </a:p>
        </p:txBody>
      </p:sp>
      <p:sp>
        <p:nvSpPr>
          <p:cNvPr id="137" name="Oval 44"/>
          <p:cNvSpPr/>
          <p:nvPr/>
        </p:nvSpPr>
        <p:spPr>
          <a:xfrm>
            <a:off x="4370832" y="4050791"/>
            <a:ext cx="219457" cy="219457"/>
          </a:xfrm>
          <a:prstGeom prst="ellipse">
            <a:avLst/>
          </a:prstGeom>
          <a:ln w="19050">
            <a:solidFill>
              <a:srgbClr val="4EA0A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" name="Oval 45"/>
          <p:cNvSpPr/>
          <p:nvPr/>
        </p:nvSpPr>
        <p:spPr>
          <a:xfrm>
            <a:off x="4425696" y="4105655"/>
            <a:ext cx="109729" cy="109729"/>
          </a:xfrm>
          <a:prstGeom prst="ellipse">
            <a:avLst/>
          </a:prstGeom>
          <a:solidFill>
            <a:srgbClr val="4EA0A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" name="TextBox 46"/>
          <p:cNvSpPr txBox="1"/>
          <p:nvPr/>
        </p:nvSpPr>
        <p:spPr>
          <a:xfrm>
            <a:off x="4251960" y="4297679"/>
            <a:ext cx="45720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4EA0A6"/>
                </a:solidFill>
                <a:latin typeface="Segoe UI Semibold"/>
                <a:ea typeface="Segoe UI Semibold"/>
                <a:cs typeface="Segoe UI Semibold"/>
                <a:sym typeface="Segoe UI Semibold"/>
              </a:defRPr>
            </a:lvl1pPr>
          </a:lstStyle>
          <a:p>
            <a:pPr/>
            <a:r>
              <a:t>Feb</a:t>
            </a:r>
          </a:p>
        </p:txBody>
      </p:sp>
      <p:sp>
        <p:nvSpPr>
          <p:cNvPr id="140" name="Oval 47"/>
          <p:cNvSpPr/>
          <p:nvPr/>
        </p:nvSpPr>
        <p:spPr>
          <a:xfrm>
            <a:off x="4466844" y="3931920"/>
            <a:ext cx="27433" cy="27433"/>
          </a:xfrm>
          <a:prstGeom prst="ellipse">
            <a:avLst/>
          </a:prstGeom>
          <a:solidFill>
            <a:srgbClr val="4EA0A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" name="Oval 48"/>
          <p:cNvSpPr/>
          <p:nvPr/>
        </p:nvSpPr>
        <p:spPr>
          <a:xfrm>
            <a:off x="4466844" y="3749040"/>
            <a:ext cx="27433" cy="27433"/>
          </a:xfrm>
          <a:prstGeom prst="ellipse">
            <a:avLst/>
          </a:prstGeom>
          <a:solidFill>
            <a:srgbClr val="4EA0A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" name="Oval 49"/>
          <p:cNvSpPr/>
          <p:nvPr/>
        </p:nvSpPr>
        <p:spPr>
          <a:xfrm>
            <a:off x="4466844" y="3566159"/>
            <a:ext cx="27433" cy="27433"/>
          </a:xfrm>
          <a:prstGeom prst="ellipse">
            <a:avLst/>
          </a:prstGeom>
          <a:solidFill>
            <a:srgbClr val="4EA0A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" name="Oval 50"/>
          <p:cNvSpPr/>
          <p:nvPr/>
        </p:nvSpPr>
        <p:spPr>
          <a:xfrm>
            <a:off x="4466844" y="3383279"/>
            <a:ext cx="27433" cy="27433"/>
          </a:xfrm>
          <a:prstGeom prst="ellipse">
            <a:avLst/>
          </a:prstGeom>
          <a:solidFill>
            <a:srgbClr val="4EA0A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" name="Oval 51"/>
          <p:cNvSpPr/>
          <p:nvPr/>
        </p:nvSpPr>
        <p:spPr>
          <a:xfrm>
            <a:off x="4466844" y="3200400"/>
            <a:ext cx="27433" cy="27432"/>
          </a:xfrm>
          <a:prstGeom prst="ellipse">
            <a:avLst/>
          </a:prstGeom>
          <a:solidFill>
            <a:srgbClr val="4EA0A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" name="Oval 52"/>
          <p:cNvSpPr/>
          <p:nvPr/>
        </p:nvSpPr>
        <p:spPr>
          <a:xfrm>
            <a:off x="4466844" y="3017520"/>
            <a:ext cx="27433" cy="27433"/>
          </a:xfrm>
          <a:prstGeom prst="ellipse">
            <a:avLst/>
          </a:prstGeom>
          <a:solidFill>
            <a:srgbClr val="4EA0A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" name="Oval 53"/>
          <p:cNvSpPr/>
          <p:nvPr/>
        </p:nvSpPr>
        <p:spPr>
          <a:xfrm>
            <a:off x="4160520" y="2103120"/>
            <a:ext cx="640081" cy="640081"/>
          </a:xfrm>
          <a:prstGeom prst="ellipse">
            <a:avLst/>
          </a:prstGeom>
          <a:solidFill>
            <a:srgbClr val="E4F0F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47" name="Picture 54" descr="Picture 5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297679" y="2240279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148" name="Arc 55"/>
          <p:cNvSpPr/>
          <p:nvPr/>
        </p:nvSpPr>
        <p:spPr>
          <a:xfrm>
            <a:off x="4069011" y="2011611"/>
            <a:ext cx="823030" cy="6172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68" h="19732" fill="norm" stroke="1" extrusionOk="0">
                <a:moveTo>
                  <a:pt x="1352" y="19732"/>
                </a:moveTo>
                <a:cubicBezTo>
                  <a:pt x="-1432" y="13441"/>
                  <a:pt x="220" y="5396"/>
                  <a:pt x="5043" y="1764"/>
                </a:cubicBezTo>
                <a:cubicBezTo>
                  <a:pt x="9866" y="-1868"/>
                  <a:pt x="16033" y="288"/>
                  <a:pt x="18817" y="6579"/>
                </a:cubicBezTo>
                <a:cubicBezTo>
                  <a:pt x="19702" y="8578"/>
                  <a:pt x="20168" y="10846"/>
                  <a:pt x="20168" y="13155"/>
                </a:cubicBezTo>
              </a:path>
            </a:pathLst>
          </a:custGeom>
          <a:ln w="19050">
            <a:solidFill>
              <a:srgbClr val="4EA0A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" name="Oval 56"/>
          <p:cNvSpPr/>
          <p:nvPr/>
        </p:nvSpPr>
        <p:spPr>
          <a:xfrm>
            <a:off x="4448555" y="2802635"/>
            <a:ext cx="64009" cy="64009"/>
          </a:xfrm>
          <a:prstGeom prst="ellipse">
            <a:avLst/>
          </a:prstGeom>
          <a:solidFill>
            <a:srgbClr val="4EA0A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" name="TextBox 57"/>
          <p:cNvSpPr txBox="1"/>
          <p:nvPr/>
        </p:nvSpPr>
        <p:spPr>
          <a:xfrm>
            <a:off x="4983479" y="2103120"/>
            <a:ext cx="100584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000">
                <a:solidFill>
                  <a:srgbClr val="222222"/>
                </a:solidFill>
                <a:latin typeface="Segoe UI Semibold"/>
                <a:ea typeface="Segoe UI Semibold"/>
                <a:cs typeface="Segoe UI Semibold"/>
                <a:sym typeface="Segoe UI Semibold"/>
              </a:defRPr>
            </a:pPr>
            <a:r>
              <a:t>Execute</a:t>
            </a:r>
            <a:br/>
            <a:r>
              <a:t>With</a:t>
            </a:r>
            <a:br/>
            <a:r>
              <a:t>Excellence</a:t>
            </a:r>
          </a:p>
        </p:txBody>
      </p:sp>
      <p:sp>
        <p:nvSpPr>
          <p:cNvPr id="151" name="Oval 58"/>
          <p:cNvSpPr/>
          <p:nvPr/>
        </p:nvSpPr>
        <p:spPr>
          <a:xfrm>
            <a:off x="6108191" y="4050791"/>
            <a:ext cx="219457" cy="219457"/>
          </a:xfrm>
          <a:prstGeom prst="ellipse">
            <a:avLst/>
          </a:prstGeom>
          <a:ln w="19050">
            <a:solidFill>
              <a:srgbClr val="5B9858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" name="Oval 59"/>
          <p:cNvSpPr/>
          <p:nvPr/>
        </p:nvSpPr>
        <p:spPr>
          <a:xfrm>
            <a:off x="6163055" y="4105655"/>
            <a:ext cx="109729" cy="109729"/>
          </a:xfrm>
          <a:prstGeom prst="ellipse">
            <a:avLst/>
          </a:prstGeom>
          <a:solidFill>
            <a:srgbClr val="5B985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" name="TextBox 60"/>
          <p:cNvSpPr txBox="1"/>
          <p:nvPr/>
        </p:nvSpPr>
        <p:spPr>
          <a:xfrm>
            <a:off x="5989320" y="4297679"/>
            <a:ext cx="45720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5B9858"/>
                </a:solidFill>
                <a:latin typeface="Segoe UI Semibold"/>
                <a:ea typeface="Segoe UI Semibold"/>
                <a:cs typeface="Segoe UI Semibold"/>
                <a:sym typeface="Segoe UI Semibold"/>
              </a:defRPr>
            </a:lvl1pPr>
          </a:lstStyle>
          <a:p>
            <a:pPr/>
            <a:r>
              <a:t>Mar</a:t>
            </a:r>
          </a:p>
        </p:txBody>
      </p:sp>
      <p:sp>
        <p:nvSpPr>
          <p:cNvPr id="154" name="Oval 61"/>
          <p:cNvSpPr/>
          <p:nvPr/>
        </p:nvSpPr>
        <p:spPr>
          <a:xfrm>
            <a:off x="6204203" y="3931920"/>
            <a:ext cx="27433" cy="27433"/>
          </a:xfrm>
          <a:prstGeom prst="ellipse">
            <a:avLst/>
          </a:prstGeom>
          <a:solidFill>
            <a:srgbClr val="5B985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" name="Oval 62"/>
          <p:cNvSpPr/>
          <p:nvPr/>
        </p:nvSpPr>
        <p:spPr>
          <a:xfrm>
            <a:off x="6204203" y="3749040"/>
            <a:ext cx="27433" cy="27433"/>
          </a:xfrm>
          <a:prstGeom prst="ellipse">
            <a:avLst/>
          </a:prstGeom>
          <a:solidFill>
            <a:srgbClr val="5B985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" name="Oval 63"/>
          <p:cNvSpPr/>
          <p:nvPr/>
        </p:nvSpPr>
        <p:spPr>
          <a:xfrm>
            <a:off x="6204203" y="3566159"/>
            <a:ext cx="27433" cy="27433"/>
          </a:xfrm>
          <a:prstGeom prst="ellipse">
            <a:avLst/>
          </a:prstGeom>
          <a:solidFill>
            <a:srgbClr val="5B985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Oval 64"/>
          <p:cNvSpPr/>
          <p:nvPr/>
        </p:nvSpPr>
        <p:spPr>
          <a:xfrm>
            <a:off x="6204203" y="3383279"/>
            <a:ext cx="27433" cy="27433"/>
          </a:xfrm>
          <a:prstGeom prst="ellipse">
            <a:avLst/>
          </a:prstGeom>
          <a:solidFill>
            <a:srgbClr val="5B985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" name="Oval 65"/>
          <p:cNvSpPr/>
          <p:nvPr/>
        </p:nvSpPr>
        <p:spPr>
          <a:xfrm>
            <a:off x="6204203" y="3200400"/>
            <a:ext cx="27433" cy="27432"/>
          </a:xfrm>
          <a:prstGeom prst="ellipse">
            <a:avLst/>
          </a:prstGeom>
          <a:solidFill>
            <a:srgbClr val="5B985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" name="Oval 66"/>
          <p:cNvSpPr/>
          <p:nvPr/>
        </p:nvSpPr>
        <p:spPr>
          <a:xfrm>
            <a:off x="6204203" y="3017520"/>
            <a:ext cx="27433" cy="27433"/>
          </a:xfrm>
          <a:prstGeom prst="ellipse">
            <a:avLst/>
          </a:prstGeom>
          <a:solidFill>
            <a:srgbClr val="5B985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" name="Oval 67"/>
          <p:cNvSpPr/>
          <p:nvPr/>
        </p:nvSpPr>
        <p:spPr>
          <a:xfrm>
            <a:off x="5897879" y="2103120"/>
            <a:ext cx="640081" cy="640081"/>
          </a:xfrm>
          <a:prstGeom prst="ellipse">
            <a:avLst/>
          </a:prstGeom>
          <a:solidFill>
            <a:srgbClr val="E6EFE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61" name="Picture 68" descr="Picture 6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035040" y="2240279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Arc 69"/>
          <p:cNvSpPr/>
          <p:nvPr/>
        </p:nvSpPr>
        <p:spPr>
          <a:xfrm>
            <a:off x="5806371" y="2011611"/>
            <a:ext cx="823030" cy="6172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68" h="19732" fill="norm" stroke="1" extrusionOk="0">
                <a:moveTo>
                  <a:pt x="1352" y="19732"/>
                </a:moveTo>
                <a:cubicBezTo>
                  <a:pt x="-1432" y="13441"/>
                  <a:pt x="220" y="5396"/>
                  <a:pt x="5043" y="1764"/>
                </a:cubicBezTo>
                <a:cubicBezTo>
                  <a:pt x="9866" y="-1868"/>
                  <a:pt x="16033" y="288"/>
                  <a:pt x="18817" y="6579"/>
                </a:cubicBezTo>
                <a:cubicBezTo>
                  <a:pt x="19702" y="8578"/>
                  <a:pt x="20168" y="10846"/>
                  <a:pt x="20168" y="13155"/>
                </a:cubicBezTo>
              </a:path>
            </a:pathLst>
          </a:custGeom>
          <a:ln w="19050">
            <a:solidFill>
              <a:srgbClr val="5B9858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3" name="Oval 70"/>
          <p:cNvSpPr/>
          <p:nvPr/>
        </p:nvSpPr>
        <p:spPr>
          <a:xfrm>
            <a:off x="6185915" y="2802635"/>
            <a:ext cx="64009" cy="64009"/>
          </a:xfrm>
          <a:prstGeom prst="ellipse">
            <a:avLst/>
          </a:prstGeom>
          <a:solidFill>
            <a:srgbClr val="5B985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4" name="TextBox 71"/>
          <p:cNvSpPr txBox="1"/>
          <p:nvPr/>
        </p:nvSpPr>
        <p:spPr>
          <a:xfrm>
            <a:off x="6720839" y="2103120"/>
            <a:ext cx="100584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000">
                <a:solidFill>
                  <a:srgbClr val="222222"/>
                </a:solidFill>
                <a:latin typeface="Segoe UI Semibold"/>
                <a:ea typeface="Segoe UI Semibold"/>
                <a:cs typeface="Segoe UI Semibold"/>
                <a:sym typeface="Segoe UI Semibold"/>
              </a:defRPr>
            </a:pPr>
            <a:r>
              <a:t>Attest,</a:t>
            </a:r>
            <a:br/>
            <a:r>
              <a:t>Remediate,</a:t>
            </a:r>
            <a:br/>
            <a:r>
              <a:t>Protect</a:t>
            </a:r>
          </a:p>
        </p:txBody>
      </p:sp>
      <p:sp>
        <p:nvSpPr>
          <p:cNvPr id="165" name="Oval 72"/>
          <p:cNvSpPr/>
          <p:nvPr/>
        </p:nvSpPr>
        <p:spPr>
          <a:xfrm>
            <a:off x="7845552" y="4050791"/>
            <a:ext cx="219457" cy="219457"/>
          </a:xfrm>
          <a:prstGeom prst="ellipse">
            <a:avLst/>
          </a:prstGeom>
          <a:ln w="19050">
            <a:solidFill>
              <a:srgbClr val="D6A752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" name="Oval 73"/>
          <p:cNvSpPr/>
          <p:nvPr/>
        </p:nvSpPr>
        <p:spPr>
          <a:xfrm>
            <a:off x="7900416" y="4105655"/>
            <a:ext cx="109729" cy="109729"/>
          </a:xfrm>
          <a:prstGeom prst="ellipse">
            <a:avLst/>
          </a:prstGeom>
          <a:solidFill>
            <a:srgbClr val="D6A75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" name="TextBox 74"/>
          <p:cNvSpPr txBox="1"/>
          <p:nvPr/>
        </p:nvSpPr>
        <p:spPr>
          <a:xfrm>
            <a:off x="7726679" y="4297679"/>
            <a:ext cx="45720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D6A752"/>
                </a:solidFill>
                <a:latin typeface="Segoe UI Semibold"/>
                <a:ea typeface="Segoe UI Semibold"/>
                <a:cs typeface="Segoe UI Semibold"/>
                <a:sym typeface="Segoe UI Semibold"/>
              </a:defRPr>
            </a:lvl1pPr>
          </a:lstStyle>
          <a:p>
            <a:pPr/>
            <a:r>
              <a:t>Apr</a:t>
            </a:r>
          </a:p>
        </p:txBody>
      </p:sp>
      <p:sp>
        <p:nvSpPr>
          <p:cNvPr id="168" name="Oval 75"/>
          <p:cNvSpPr/>
          <p:nvPr/>
        </p:nvSpPr>
        <p:spPr>
          <a:xfrm>
            <a:off x="7941564" y="3931920"/>
            <a:ext cx="27433" cy="27433"/>
          </a:xfrm>
          <a:prstGeom prst="ellipse">
            <a:avLst/>
          </a:prstGeom>
          <a:solidFill>
            <a:srgbClr val="D6A75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9" name="Oval 76"/>
          <p:cNvSpPr/>
          <p:nvPr/>
        </p:nvSpPr>
        <p:spPr>
          <a:xfrm>
            <a:off x="7941564" y="3749040"/>
            <a:ext cx="27433" cy="27433"/>
          </a:xfrm>
          <a:prstGeom prst="ellipse">
            <a:avLst/>
          </a:prstGeom>
          <a:solidFill>
            <a:srgbClr val="D6A75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0" name="Oval 77"/>
          <p:cNvSpPr/>
          <p:nvPr/>
        </p:nvSpPr>
        <p:spPr>
          <a:xfrm>
            <a:off x="7941564" y="3566159"/>
            <a:ext cx="27433" cy="27433"/>
          </a:xfrm>
          <a:prstGeom prst="ellipse">
            <a:avLst/>
          </a:prstGeom>
          <a:solidFill>
            <a:srgbClr val="D6A75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1" name="Oval 78"/>
          <p:cNvSpPr/>
          <p:nvPr/>
        </p:nvSpPr>
        <p:spPr>
          <a:xfrm>
            <a:off x="7941564" y="3383279"/>
            <a:ext cx="27433" cy="27433"/>
          </a:xfrm>
          <a:prstGeom prst="ellipse">
            <a:avLst/>
          </a:prstGeom>
          <a:solidFill>
            <a:srgbClr val="D6A75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2" name="Oval 79"/>
          <p:cNvSpPr/>
          <p:nvPr/>
        </p:nvSpPr>
        <p:spPr>
          <a:xfrm>
            <a:off x="7941564" y="3200400"/>
            <a:ext cx="27433" cy="27432"/>
          </a:xfrm>
          <a:prstGeom prst="ellipse">
            <a:avLst/>
          </a:prstGeom>
          <a:solidFill>
            <a:srgbClr val="D6A75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" name="Oval 80"/>
          <p:cNvSpPr/>
          <p:nvPr/>
        </p:nvSpPr>
        <p:spPr>
          <a:xfrm>
            <a:off x="7941564" y="3017520"/>
            <a:ext cx="27433" cy="27433"/>
          </a:xfrm>
          <a:prstGeom prst="ellipse">
            <a:avLst/>
          </a:prstGeom>
          <a:solidFill>
            <a:srgbClr val="D6A75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" name="Oval 81"/>
          <p:cNvSpPr/>
          <p:nvPr/>
        </p:nvSpPr>
        <p:spPr>
          <a:xfrm>
            <a:off x="7635240" y="2103120"/>
            <a:ext cx="640081" cy="640081"/>
          </a:xfrm>
          <a:prstGeom prst="ellipse">
            <a:avLst/>
          </a:prstGeom>
          <a:solidFill>
            <a:srgbClr val="F8F1E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75" name="Picture 82" descr="Picture 82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7772400" y="2240279"/>
            <a:ext cx="365760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176" name="Arc 83"/>
          <p:cNvSpPr/>
          <p:nvPr/>
        </p:nvSpPr>
        <p:spPr>
          <a:xfrm>
            <a:off x="7543731" y="2011611"/>
            <a:ext cx="823030" cy="6172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68" h="19732" fill="norm" stroke="1" extrusionOk="0">
                <a:moveTo>
                  <a:pt x="1352" y="19732"/>
                </a:moveTo>
                <a:cubicBezTo>
                  <a:pt x="-1432" y="13441"/>
                  <a:pt x="220" y="5396"/>
                  <a:pt x="5043" y="1764"/>
                </a:cubicBezTo>
                <a:cubicBezTo>
                  <a:pt x="9866" y="-1868"/>
                  <a:pt x="16033" y="288"/>
                  <a:pt x="18817" y="6579"/>
                </a:cubicBezTo>
                <a:cubicBezTo>
                  <a:pt x="19702" y="8578"/>
                  <a:pt x="20168" y="10846"/>
                  <a:pt x="20168" y="13155"/>
                </a:cubicBezTo>
              </a:path>
            </a:pathLst>
          </a:custGeom>
          <a:ln w="19050">
            <a:solidFill>
              <a:srgbClr val="D6A752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" name="Oval 84"/>
          <p:cNvSpPr/>
          <p:nvPr/>
        </p:nvSpPr>
        <p:spPr>
          <a:xfrm>
            <a:off x="7923276" y="2802635"/>
            <a:ext cx="64009" cy="64009"/>
          </a:xfrm>
          <a:prstGeom prst="ellipse">
            <a:avLst/>
          </a:prstGeom>
          <a:solidFill>
            <a:srgbClr val="D6A75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8" name="TextBox 85"/>
          <p:cNvSpPr txBox="1"/>
          <p:nvPr/>
        </p:nvSpPr>
        <p:spPr>
          <a:xfrm>
            <a:off x="8458200" y="2103120"/>
            <a:ext cx="1005841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000">
                <a:solidFill>
                  <a:srgbClr val="222222"/>
                </a:solidFill>
                <a:latin typeface="Segoe UI Semibold"/>
                <a:ea typeface="Segoe UI Semibold"/>
                <a:cs typeface="Segoe UI Semibold"/>
                <a:sym typeface="Segoe UI Semibold"/>
              </a:defRPr>
            </a:pPr>
            <a:r>
              <a:t>Reflect,</a:t>
            </a:r>
            <a:br/>
            <a:r>
              <a:t>Align,</a:t>
            </a:r>
            <a:br/>
            <a:r>
              <a:t>Accelerate,</a:t>
            </a:r>
            <a:br/>
            <a:r>
              <a:t>Achieve</a:t>
            </a:r>
          </a:p>
        </p:txBody>
      </p:sp>
      <p:sp>
        <p:nvSpPr>
          <p:cNvPr id="179" name="Oval 86"/>
          <p:cNvSpPr/>
          <p:nvPr/>
        </p:nvSpPr>
        <p:spPr>
          <a:xfrm>
            <a:off x="9582911" y="4050791"/>
            <a:ext cx="219457" cy="219457"/>
          </a:xfrm>
          <a:prstGeom prst="ellipse">
            <a:avLst/>
          </a:prstGeom>
          <a:ln w="19050">
            <a:solidFill>
              <a:srgbClr val="478149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" name="Oval 87"/>
          <p:cNvSpPr/>
          <p:nvPr/>
        </p:nvSpPr>
        <p:spPr>
          <a:xfrm>
            <a:off x="9637776" y="4105655"/>
            <a:ext cx="109729" cy="109729"/>
          </a:xfrm>
          <a:prstGeom prst="ellipse">
            <a:avLst/>
          </a:prstGeom>
          <a:solidFill>
            <a:srgbClr val="47814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1" name="TextBox 88"/>
          <p:cNvSpPr txBox="1"/>
          <p:nvPr/>
        </p:nvSpPr>
        <p:spPr>
          <a:xfrm>
            <a:off x="9464039" y="4297679"/>
            <a:ext cx="45720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478149"/>
                </a:solidFill>
                <a:latin typeface="Segoe UI Semibold"/>
                <a:ea typeface="Segoe UI Semibold"/>
                <a:cs typeface="Segoe UI Semibold"/>
                <a:sym typeface="Segoe UI Semibold"/>
              </a:defRPr>
            </a:lvl1pPr>
          </a:lstStyle>
          <a:p>
            <a:pPr/>
            <a:r>
              <a:t>May</a:t>
            </a:r>
          </a:p>
        </p:txBody>
      </p:sp>
      <p:sp>
        <p:nvSpPr>
          <p:cNvPr id="182" name="Oval 89"/>
          <p:cNvSpPr/>
          <p:nvPr/>
        </p:nvSpPr>
        <p:spPr>
          <a:xfrm>
            <a:off x="9678923" y="3931920"/>
            <a:ext cx="27433" cy="27433"/>
          </a:xfrm>
          <a:prstGeom prst="ellipse">
            <a:avLst/>
          </a:prstGeom>
          <a:solidFill>
            <a:srgbClr val="47814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" name="Oval 90"/>
          <p:cNvSpPr/>
          <p:nvPr/>
        </p:nvSpPr>
        <p:spPr>
          <a:xfrm>
            <a:off x="9678923" y="3749040"/>
            <a:ext cx="27433" cy="27433"/>
          </a:xfrm>
          <a:prstGeom prst="ellipse">
            <a:avLst/>
          </a:prstGeom>
          <a:solidFill>
            <a:srgbClr val="47814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" name="Oval 91"/>
          <p:cNvSpPr/>
          <p:nvPr/>
        </p:nvSpPr>
        <p:spPr>
          <a:xfrm>
            <a:off x="9678923" y="3566159"/>
            <a:ext cx="27433" cy="27433"/>
          </a:xfrm>
          <a:prstGeom prst="ellipse">
            <a:avLst/>
          </a:prstGeom>
          <a:solidFill>
            <a:srgbClr val="47814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" name="Oval 92"/>
          <p:cNvSpPr/>
          <p:nvPr/>
        </p:nvSpPr>
        <p:spPr>
          <a:xfrm>
            <a:off x="9678923" y="3383279"/>
            <a:ext cx="27433" cy="27433"/>
          </a:xfrm>
          <a:prstGeom prst="ellipse">
            <a:avLst/>
          </a:prstGeom>
          <a:solidFill>
            <a:srgbClr val="47814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" name="Oval 93"/>
          <p:cNvSpPr/>
          <p:nvPr/>
        </p:nvSpPr>
        <p:spPr>
          <a:xfrm>
            <a:off x="9678923" y="3200400"/>
            <a:ext cx="27433" cy="27432"/>
          </a:xfrm>
          <a:prstGeom prst="ellipse">
            <a:avLst/>
          </a:prstGeom>
          <a:solidFill>
            <a:srgbClr val="47814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" name="Oval 94"/>
          <p:cNvSpPr/>
          <p:nvPr/>
        </p:nvSpPr>
        <p:spPr>
          <a:xfrm>
            <a:off x="9678923" y="3017520"/>
            <a:ext cx="27433" cy="27433"/>
          </a:xfrm>
          <a:prstGeom prst="ellipse">
            <a:avLst/>
          </a:prstGeom>
          <a:solidFill>
            <a:srgbClr val="47814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" name="Oval 95"/>
          <p:cNvSpPr/>
          <p:nvPr/>
        </p:nvSpPr>
        <p:spPr>
          <a:xfrm>
            <a:off x="9372600" y="2103120"/>
            <a:ext cx="640081" cy="640081"/>
          </a:xfrm>
          <a:prstGeom prst="ellipse">
            <a:avLst/>
          </a:prstGeom>
          <a:solidFill>
            <a:srgbClr val="E3ECE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89" name="Picture 96" descr="Picture 96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9509759" y="2240279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190" name="Arc 97"/>
          <p:cNvSpPr/>
          <p:nvPr/>
        </p:nvSpPr>
        <p:spPr>
          <a:xfrm>
            <a:off x="9281091" y="2011611"/>
            <a:ext cx="823030" cy="6172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68" h="19732" fill="norm" stroke="1" extrusionOk="0">
                <a:moveTo>
                  <a:pt x="1352" y="19732"/>
                </a:moveTo>
                <a:cubicBezTo>
                  <a:pt x="-1432" y="13441"/>
                  <a:pt x="220" y="5396"/>
                  <a:pt x="5043" y="1764"/>
                </a:cubicBezTo>
                <a:cubicBezTo>
                  <a:pt x="9866" y="-1868"/>
                  <a:pt x="16033" y="288"/>
                  <a:pt x="18817" y="6579"/>
                </a:cubicBezTo>
                <a:cubicBezTo>
                  <a:pt x="19702" y="8578"/>
                  <a:pt x="20168" y="10846"/>
                  <a:pt x="20168" y="13155"/>
                </a:cubicBezTo>
              </a:path>
            </a:pathLst>
          </a:custGeom>
          <a:ln w="19050">
            <a:solidFill>
              <a:srgbClr val="478149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" name="Oval 98"/>
          <p:cNvSpPr/>
          <p:nvPr/>
        </p:nvSpPr>
        <p:spPr>
          <a:xfrm>
            <a:off x="9660635" y="2802635"/>
            <a:ext cx="64009" cy="64009"/>
          </a:xfrm>
          <a:prstGeom prst="ellipse">
            <a:avLst/>
          </a:prstGeom>
          <a:solidFill>
            <a:srgbClr val="47814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" name="TextBox 99"/>
          <p:cNvSpPr txBox="1"/>
          <p:nvPr/>
        </p:nvSpPr>
        <p:spPr>
          <a:xfrm>
            <a:off x="10195559" y="2103120"/>
            <a:ext cx="100584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000">
                <a:solidFill>
                  <a:srgbClr val="222222"/>
                </a:solidFill>
                <a:latin typeface="Segoe UI Semibold"/>
                <a:ea typeface="Segoe UI Semibold"/>
                <a:cs typeface="Segoe UI Semibold"/>
                <a:sym typeface="Segoe UI Semibold"/>
              </a:defRPr>
            </a:pPr>
            <a:r>
              <a:t>Standardize</a:t>
            </a:r>
            <a:br/>
            <a:r>
              <a:t>&amp; Scale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